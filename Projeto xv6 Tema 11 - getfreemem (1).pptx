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Fira Code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raCode-bold.fntdata"/><Relationship Id="rId16" Type="http://schemas.openxmlformats.org/officeDocument/2006/relationships/font" Target="fonts/FiraCod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843587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90525" y="695325"/>
            <a:ext cx="918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Bem vindo ao</a:t>
            </a: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 xv6-getfreemem-project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90525" y="1181100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# Sistemas Operaconais - Apresentação</a:t>
            </a:r>
            <a:endParaRPr i="1" sz="1350">
              <a:solidFill>
                <a:srgbClr val="565F89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0600" y="1669546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76350" y="1960952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"ufu/facom/sistemas-operacionais"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76350" y="2252357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"mit/xv6/kernel"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90600" y="2543763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90525" y="3131999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func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() {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76275" y="3423404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Projeto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Load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(Tema{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62025" y="3714810"/>
            <a:ext cx="81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Id: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62025" y="4006215"/>
            <a:ext cx="81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Syscall: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"getfreemem()"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62025" y="4297621"/>
            <a:ext cx="81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Algoritmo: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"MLQ + Prioridades (Filas Mult</a:t>
            </a:r>
            <a:r>
              <a:rPr lang="en-US" sz="1350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iníveis)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76275" y="4589026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})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90525" y="4880432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390525" y="604361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220075" y="6043612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390525" y="695325"/>
            <a:ext cx="918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Tópicos da </a:t>
            </a: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Apresentação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525" y="1472505"/>
            <a:ext cx="87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topicos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:=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[]</a:t>
            </a: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6275" y="1763910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"1. Motivação (O Problema)"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Jailce Fernanda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6275" y="2055316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"2. Syscall getfreemem()"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 Ana Julia 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6275" y="2346721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"3. Algoritmo MLQ + Prioridades"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 Vitor Martins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6275" y="2638127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"4. Funcionamento da Solução"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 Eugenio Marins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76275" y="2929532"/>
            <a:ext cx="845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"5. Proposta de Implementação"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R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ebecca da Silva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390525" y="3220938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220075" y="5238750"/>
            <a:ext cx="128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2 / 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Motivação do Projeto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90525" y="5238750"/>
            <a:ext cx="147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719225" y="5238750"/>
            <a:ext cx="1415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3 / 10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50975" y="1805500"/>
            <a:ext cx="4181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[!] Problema no Escalonamento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50975" y="2388310"/>
            <a:ext cx="4181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O xv6 utiliza Round Robin simples.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750975" y="2679716"/>
            <a:ext cx="4181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Processos críticos disputam CPU igualmente com tarefas em background.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750975" y="3443327"/>
            <a:ext cx="4181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Falta organização por classes de importância.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90525" y="1937688"/>
            <a:ext cx="4181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[!] Ponto Cego de Memória (Limitações</a:t>
            </a:r>
            <a:r>
              <a:rPr lang="en-US" sz="1350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90525" y="2520498"/>
            <a:ext cx="41814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Os processos em modo usuário não têm visibilidade do hardware.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90525" y="3329634"/>
            <a:ext cx="418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Impossibilidade de otimizar ou suspender tarefas com base na memória RAM livre do sistema. 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714817" y="1178038"/>
            <a:ext cx="466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Algoritmo</a:t>
            </a: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50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MLQ + Prioridades 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42314" y="1216677"/>
            <a:ext cx="466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Sycall:</a:t>
            </a:r>
            <a:r>
              <a:rPr lang="en-US" sz="1350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 getfreemem()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600" y="5790325"/>
            <a:ext cx="874394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Mecanismo: Syscall getfreemem()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390525" y="1181100"/>
            <a:ext cx="8744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$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man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getfreemem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OBJETIVO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6275" y="2055316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Retornar a quantidade total de memória livre.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90525" y="2638127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LÓGICA INTERNA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90525" y="5901650"/>
            <a:ext cx="141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20075" y="5901650"/>
            <a:ext cx="135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4 / 10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390525" y="2929532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O kernel gerencia páginas livres na estrutura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kmem.freelist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90525" y="3220938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A syscall fará um loop por essa lista encadeada.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90525" y="3512343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&gt; 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Conta os nós e multiplica por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PGSIZE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(4096 bytes).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Algoritmo: MLQ + Prioridades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390525" y="118110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/* Multi-Level Queue Scheduling */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A fila única do xv6 será substituída por classes de prioridade estáticas.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390525" y="2346721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PRIO 0: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Alta / Sistema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(Interativos e rápidos)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90525" y="2638127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PRIO 1: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Média / Usuário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(Tarefas comuns)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90525" y="2929532"/>
            <a:ext cx="8744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PRIO 2: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E0AF68"/>
                </a:solidFill>
                <a:latin typeface="Fira Code"/>
                <a:ea typeface="Fira Code"/>
                <a:cs typeface="Fira Code"/>
                <a:sym typeface="Fira Code"/>
              </a:rPr>
              <a:t>Baixa / Background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(Logs, manutenção)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22007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5 / 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Funcionamento da Solução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390525" y="118110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Política Strict Priority: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O escalonador varre primeiro a fila de maior prioridade (0).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390525" y="2055316"/>
            <a:ext cx="8743950" cy="58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Filas de menor prioridade só rodam se as filas superiores estiverem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vazias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ou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SLEEPING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390525" y="2929532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# Consequência Estrutural: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390525" y="3220938"/>
            <a:ext cx="8743950" cy="58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Gera </a:t>
            </a: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starvation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intencional para prioridades baixas, garantindo que tarefas vitais respondam instantaneamente.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22007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6 / 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Implementação: Estrutura do Processo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390525" y="118110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$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vim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kernel/proc.h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// Adição do nível de prioridade no PCB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390525" y="2055316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struct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proc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76275" y="2346721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struct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spinlock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lock;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6275" y="2638127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enum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procstate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state;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76275" y="2929532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pid;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85775" y="3220950"/>
            <a:ext cx="702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priority; </a:t>
            </a: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// Novo campo (0, 1 ou 2)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390525" y="3220938"/>
            <a:ext cx="19050" cy="291405"/>
          </a:xfrm>
          <a:prstGeom prst="rect">
            <a:avLst/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390525" y="3512343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};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22007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7 / 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Implementação: Lógica de Memória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390525" y="118110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$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vim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kernel/kalloc.c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uint64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count_free_mem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) {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76275" y="2055316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struct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2AC3DE"/>
                </a:solidFill>
                <a:latin typeface="Fira Code"/>
                <a:ea typeface="Fira Code"/>
                <a:cs typeface="Fira Code"/>
                <a:sym typeface="Fira Code"/>
              </a:rPr>
              <a:t>run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*r;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76275" y="2346721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uint64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bytes =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76275" y="2929532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acquire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(&amp;kmem.lock);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76275" y="3220938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(r = kmem.freelist; r; r = r-&gt;next)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62025" y="3512343"/>
            <a:ext cx="81724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bytes += PGSIZE;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76275" y="3803749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release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(&amp;kmem.lock);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76275" y="4095154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bytes;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390525" y="438656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22007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8 / 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Implementação: O Escalonador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90525" y="118110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$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vim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kernel/proc.c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390525" y="1763910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prio =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; prio &lt; </a:t>
            </a:r>
            <a:r>
              <a:rPr b="0" i="0" lang="en-US" sz="1350" u="none" cap="none" strike="noStrike">
                <a:solidFill>
                  <a:srgbClr val="BB9AF7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; prio++) {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76275" y="2055316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(p = proc; p &lt; &amp;proc[NPROC]; p++) {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62025" y="2346721"/>
            <a:ext cx="81724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7768E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(p-&gt;state == RUNNABLE &amp;&amp; p-&gt;priority == prio) {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247775" y="2638127"/>
            <a:ext cx="78867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// Executa o processo da classe atual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247775" y="2929532"/>
            <a:ext cx="78867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p-&gt;state = RUNNING;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1247775" y="3220938"/>
            <a:ext cx="78867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swtch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(&amp;c-&gt;context, &amp;p-&gt;context);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62025" y="3512343"/>
            <a:ext cx="81724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76275" y="3803749"/>
            <a:ext cx="845820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390525" y="4095154"/>
            <a:ext cx="8743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22007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9 / 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B26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25" y="5038725"/>
            <a:ext cx="8743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390525" y="695325"/>
            <a:ext cx="918114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Fim da Apresentação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390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776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810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E0AF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71525" y="2952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9ECE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390525" y="5238750"/>
            <a:ext cx="914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GBC045 - UFU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143875" y="5238750"/>
            <a:ext cx="990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Slide 10 / 10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3594100" y="1766036"/>
            <a:ext cx="481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Dúvidas?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3594100" y="2442311"/>
            <a:ext cx="481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Tema 11: syscall getfreemem() &amp; MLQ Scheduling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3594100" y="3316527"/>
            <a:ext cx="481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ECE6A"/>
                </a:solidFill>
                <a:latin typeface="Fira Code"/>
                <a:ea typeface="Fira Code"/>
                <a:cs typeface="Fira Code"/>
                <a:sym typeface="Fira Code"/>
              </a:rPr>
              <a:t>$</a:t>
            </a:r>
            <a:r>
              <a:rPr b="0" i="0" lang="en-US" sz="1350" u="none" cap="none" strike="noStrike">
                <a:solidFill>
                  <a:srgbClr val="A9B1D6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b="0" i="0" lang="en-US" sz="1350" u="none" cap="none" strike="noStrike">
                <a:solidFill>
                  <a:srgbClr val="7AA2F7"/>
                </a:solidFill>
                <a:latin typeface="Fira Code"/>
                <a:ea typeface="Fira Code"/>
                <a:cs typeface="Fira Code"/>
                <a:sym typeface="Fira Code"/>
              </a:rPr>
              <a:t>exit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3594100" y="3607933"/>
            <a:ext cx="481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565F89"/>
                </a:solidFill>
                <a:latin typeface="Fira Code"/>
                <a:ea typeface="Fira Code"/>
                <a:cs typeface="Fira Code"/>
                <a:sym typeface="Fira Code"/>
              </a:rPr>
              <a:t>Process completed with exit code 0.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